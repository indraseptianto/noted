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Belajar IoT dari Nol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Rangkuman hardware IoT, Arduino, ESP32, Raspberry Pi, PCB, dan ide project unik.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Fokus: paham konsep dulu sebelum praktik.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Disusun sebagai catatan belajar awal.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Apa Itu IoT?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IoT = benda fisik + sensor/aktuator + koneksi + software.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Contoh: sensor suhu kirim data ke dashboard, lalu kipas menyala otomatis.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Tujuan utama: membuat benda fisik bisa membaca kondisi, berpikir sederhana, dan berkomunikasi.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Komponen Hardware IoT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Microcontroller/komputer mini sebagai otak.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Sensor sebagai indra: suhu, cahaya, gerak, jarak, gas, kelembapan tanah.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Aktuator sebagai aksi: LED, buzzer, relay, motor, servo, solenoid.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Power supply, kabel, breadboard, resistor, kapasitor sebagai pendukung.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ESP32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Microcontroller modern yang cocok untuk IoT pemula.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Punya Wi-Fi dan Bluetooth bawaan.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Pin logika 3.3V, murah, cepat, dan banyak tutorial.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Cocok untuk sensor node, kontrol lampu, MQTT, dashboard, dan smart room.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Arduino Uno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Board microcontroller klasik berbasis ATmega328P.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Sangat cocok untuk belajar dasar elektronik: LED, tombol, sensor analog, PWM, motor.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Tidak punya Wi-Fi bawaan, jadi kurang praktis untuk IoT online tanpa modul tambahan.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Logika pin umumnya 5V dan ramah untuk eksperimen breadboard.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Raspberry Pi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Single-board computer: komputer mini yang menjalankan Linux.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Punya RAM besar, USB, HDMI, Wi-Fi/LAN, storage microSD/SSD, dan GPIO.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Cocok sebagai server/gateway: MQTT broker, Node-RED, Home Assistant, database, dashboard.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Lebih mahal karena kelasnya mini komputer, bukan microcontroller.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Perbandingan Singkat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Arduino Uno: paling enak untuk dasar hardware dan logika elektronik.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ESP32: paling praktis untuk IoT Wi-Fi/Bluetooth.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Raspberry Pi: paling cocok untuk pusat sistem, server, dashboard, dan automasi kompleks.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Kombinasi ideal: ESP32 sebagai node, Raspberry Pi sebagai pusat.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PCB Itu Apa?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PCB = Printed Circuit Board, papan permanen pengganti kabel di breadboard.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Trace = jalur tembaga, pad = titik solder, via = penghubung layer, silkscreen = label.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Breadboard untuk eksperimen; PCB untuk versi final yang rapi dan tahan lama.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Urutan sehat: breadboard dulu, skematik, layout, cek desain, order PCB, solder.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LLM di Raspberry Pi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Training LLM dari nol tidak realistis di Raspberry Pi.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Fine-tuning LLM juga sangat lambat dan tidak direkomendasikan.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Inference model kecil masih mungkin: TinyLlama, Qwen kecil, Phi kecil, Llama 1B quantized.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Use case terbaik: Pi sebagai orkestrator IoT + AI API/cloud atau model lokal kecil.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Ide Raspberry Pi Tidak Umum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Ghost Radio: radio misterius yang membaca sensor/API lalu bicara pakai TTS.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Dead Drop Digital: Wi-Fi hotspot offline untuk pesan/file lokal anonim.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Desk Companion: karakter meja dengan OLED eyes, speaker, sensor gerak, dan personality.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Plant Negotiator: tanaman bicara dramatis berdasarkan sensor tanah/cahaya.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Roadmap Belajar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1. Dasar listrik: tegangan, arus, ground, resistor, LED.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2. Arduino/ESP32: blink, tombol, sensor, PWM, serial monitor.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3. IoT: Wi-Fi, MQTT, Node-RED, dashboard.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4. Raspberry Pi: Linux, SSH, Mosquitto, database, automation.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5. PCB: skematik, layout, fabrikasi, solder, testing.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Starter Kit Rekomendasi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ESP32 DevKit, Arduino Uno, breadboard, jumper wires.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LED kit, resistor 220 ohm, tombol, potentiometer.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Sensor: DHT22/BME280, LDR, PIR, ultrasonic HC-SR04.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Opsional lanjut: OLED display, relay module, servo, Raspberry Pi, speaker, e-ink.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3A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20000"/>
            <a:ext cx="1219200" cy="914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62000" y="70000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4400" b="1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1050000" y="1850000"/>
            <a:ext cx="10100000" cy="3900000"/>
          </a:xfrm>
          <a:prstGeom prst="rect">
            <a:avLst/>
          </a:prstGeom>
          <a:solidFill>
            <a:srgbClr val="0F172A">
              <a:alpha val="65000"/>
            </a:srgbClr>
          </a:solidFill>
          <a:ln>
            <a:solidFill>
              <a:srgbClr val="22C55E">
                <a:alpha val="45000"/>
              </a:srgbClr>
            </a:solidFill>
          </a:ln>
        </p:spPr>
        <p:txBody>
          <a:bodyPr wrap="square" lIns="260000" tIns="220000" rIns="260000" bIns="220000"/>
          <a:lstStyle/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Arduino Uno membangun fondasi elektronik.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ESP32 membawa fondasi itu ke dunia IoT.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Raspberry Pi menjadi pusat sistem dan tempat belajar Linux/server.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PCB membuat eksperimen menjadi perangkat permanen.</a:t>
            </a:r>
          </a:p>
          <a:p>
            <a:pPr marL="342900" indent="-228600">
              <a:buChar char="-"/>
            </a:pPr>
            <a:r>
              <a:rPr lang="id-ID" sz="2600">
                <a:solidFill>
                  <a:srgbClr val="DDE7F0"/>
                </a:solidFill>
              </a:rPr>
              <a:t>Mulai pelan: pahami konsep, lalu praktik saat komponen sudah ada.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762000" y="63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200" b="0">
                <a:solidFill>
                  <a:srgbClr val="94A3B8"/>
                </a:solidFill>
              </a:rPr>
              <a:t>Materi IoT Pemula -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T Night">
  <a:themeElements>
    <a:clrScheme name="IoT">
      <a:dk1>
        <a:srgbClr val="0B1220"/>
      </a:dk1>
      <a:lt1>
        <a:srgbClr val="F8FAFC"/>
      </a:lt1>
      <a:dk2>
        <a:srgbClr val="111827"/>
      </a:dk2>
      <a:lt2>
        <a:srgbClr val="E2E8F0"/>
      </a:lt2>
      <a:accent1>
        <a:srgbClr val="22C55E"/>
      </a:accent1>
      <a:accent2>
        <a:srgbClr val="38BDF8"/>
      </a:accent2>
      <a:accent3>
        <a:srgbClr val="F97316"/>
      </a:accent3>
      <a:accent4>
        <a:srgbClr val="FACC15"/>
      </a:accent4>
      <a:accent5>
        <a:srgbClr val="14B8A6"/>
      </a:accent5>
      <a:accent6>
        <a:srgbClr val="EF4444"/>
      </a:accent6>
      <a:hlink>
        <a:srgbClr val="38BDF8"/>
      </a:hlink>
      <a:folHlink>
        <a:srgbClr val="22C55E"/>
      </a:folHlink>
    </a:clrScheme>
    <a:fontScheme name="IoTFonts">
      <a:majorFont>
        <a:latin typeface="Aptos Display"/>
      </a:majorFont>
      <a:minorFont>
        <a:latin typeface="Aptos"/>
      </a:minorFont>
    </a:fontScheme>
    <a:fmtScheme name="IoTFm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Rangkuman IoT Hardware dan PCB</dc:title>
  <dc:creator>Codex</dc:creator>
  <cp:keywords>IoT ESP32 Arduino Raspberry Pi PCB</cp:keywords>
  <dc:description>Rangkuman materi belajar IoT dari nol.</dc:description>
</cp:coreProperties>
</file>